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Detection quality (synthetic data)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Executor only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0.79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51-461D-B569-31BDA24C44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Executor + Critic</c:v>
                </c:pt>
              </c:strCache>
            </c:strRef>
          </c:tx>
          <c:spPr>
            <a:solidFill>
              <a:srgbClr val="0F9D8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51-461D-B569-31BDA24C44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58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331720"/>
            <a:ext cx="1097280" cy="54864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</a:rPr>
              <a:t>AuditFlow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 multi-agent system for expense claim compliance auditing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Pavan Bhapkar  |  PRN 24070126137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Raghav Jain  |  PRN 24070126145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AIML 24-28 B3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Symbiosis Institute of Technology, Pune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statement and domain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84632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4846320" cy="28346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Companies process thousands of expense claims every month. Auditors check them manually against policy, usually on a small sample.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Duplicates, over-limit spending, split billing and policy breaches slip through, and decisions are hard to explain.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577840" y="1143000"/>
            <a:ext cx="310896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Domain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600200"/>
            <a:ext cx="3108960" cy="28346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Banking &amp; Finance / Business Operations (internal audit)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Why: rule-heavy, repetitive and high-stakes work, ideal for agents that plan, execute and validate.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Existing challenge vs proposed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Today: manual audit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4023360" cy="28346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Slow, sample-based review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Inconsistent policy interpretation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Violations missed in unreviewed claims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audit trail for decisions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43000"/>
            <a:ext cx="402336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AuditFlow: agentic audit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600200"/>
            <a:ext cx="4023360" cy="28346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100% of claims checked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Rules applied consistently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Critic removes false positives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step logged and explainable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Agent roles and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155448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1554480" cy="21945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Reads the audit request and decides which checks and which claims (department, category) are in scope.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143000"/>
            <a:ext cx="1554480" cy="45720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Policy Agent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600200"/>
            <a:ext cx="1554480" cy="21945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Retrieves the matching rules from the policy file for the planned checks.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143000"/>
            <a:ext cx="155448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Executor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600200"/>
            <a:ext cx="1554480" cy="21945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Runs the six pandas rule checks on claims in scope and raises flags.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1143000"/>
            <a:ext cx="155448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Critic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600200"/>
            <a:ext cx="1554480" cy="21945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Re-verifies each flag on the raw claim. Dismisses false positives (different invoice, valid approval).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143000"/>
            <a:ext cx="155448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Decision Agent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600200"/>
            <a:ext cx="1554480" cy="21945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Scores risk, assigns ESCALATE / FLAG / CLEARED and writes the audit report.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977640"/>
            <a:ext cx="8138160" cy="5029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Flow: request, plan, policy, checks, critic review, risk decision. Agents share one state and a trace log.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005840"/>
            <a:ext cx="1463040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User request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(Streamlit UI)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5840" y="1417320"/>
            <a:ext cx="0" cy="2286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74320" y="1645920"/>
            <a:ext cx="1463040" cy="54864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Planner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1920240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74320" y="2286000"/>
            <a:ext cx="1463040" cy="914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Parses the request into the checks to run and a department/category filter. Output: plan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1005840"/>
            <a:ext cx="1463040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policy.json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(rules R1-R6, limits)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417320"/>
            <a:ext cx="0" cy="2286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057400" y="1645920"/>
            <a:ext cx="1463040" cy="54864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Policy 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920240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057400" y="2286000"/>
            <a:ext cx="1463040" cy="914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Looks up the policy rules for each planned check. Output: rules R1-R6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1005840"/>
            <a:ext cx="1463040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expense_claims.csv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(claims data)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417320"/>
            <a:ext cx="0" cy="2286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840480" y="1645920"/>
            <a:ext cx="1463040" cy="54864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Executor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0" y="1920240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840480" y="2286000"/>
            <a:ext cx="1463040" cy="914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Filters claims in scope, runs the rule tools, raises flags with reason and related claim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1645920"/>
            <a:ext cx="1463040" cy="5486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Critic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86600" y="1920240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623560" y="2286000"/>
            <a:ext cx="1463040" cy="914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Re-verifies every flag on the raw claim. Output: verdict + confidence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1645920"/>
            <a:ext cx="1463040" cy="5486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Decision Agent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286000"/>
            <a:ext cx="1463040" cy="914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/>
                </a:solidFill>
              </a:rPr>
              <a:t>Risk score = base + 10 per extra rule + overage. 70+ ESCALATE, below 70 FLAG, all dismissed CLEARED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" y="3291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Executor tools (checks.py)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" y="3566160"/>
            <a:ext cx="1600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R1 Over limit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988820" y="3566160"/>
            <a:ext cx="1600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R2 Duplicate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3566160"/>
            <a:ext cx="1600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R3 Split billing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" y="4023360"/>
            <a:ext cx="1600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R4 Weekend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988820" y="4023360"/>
            <a:ext cx="1600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R5 No receipt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703320" y="4023360"/>
            <a:ext cx="160020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R6 Late submission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74320" y="4480560"/>
            <a:ext cx="5029200" cy="411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Outputs: Streamlit tabs (trace, results, critic review, validation, report) and CSV/TXT download. Validation: precision and recall vs ground_truth.csv.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3291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Critic decision logic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0" y="3547872"/>
            <a:ext cx="338328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</a:rPr>
              <a:t>DUPLICATE: </a:t>
            </a:r>
            <a:r>
              <a:rPr lang="en-US" sz="1000" dirty="0">
                <a:solidFill>
                  <a:schemeClr val="tx1"/>
                </a:solidFill>
              </a:rPr>
              <a:t>same invoice no. as the original? Yes: CONFIRM, No: DISMISS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968496"/>
            <a:ext cx="338328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</a:rPr>
              <a:t>OVER_LIMIT, WEEKEND, LATE: </a:t>
            </a:r>
            <a:r>
              <a:rPr lang="en-US" sz="1000" dirty="0">
                <a:solidFill>
                  <a:schemeClr val="tx1"/>
                </a:solidFill>
              </a:rPr>
              <a:t>valid APR-#### approval? Yes: DISMISS, No: CONFIRM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4389120"/>
            <a:ext cx="338328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/>
                </a:solidFill>
              </a:rPr>
              <a:t>SPLIT_BILLING, NO_RECEIPT: </a:t>
            </a:r>
            <a:r>
              <a:rPr lang="en-US" sz="1000" dirty="0">
                <a:solidFill>
                  <a:schemeClr val="tx1"/>
                </a:solidFill>
              </a:rPr>
              <a:t>re-verified on raw data, CONFIRM</a:t>
            </a:r>
            <a:endParaRPr lang="en-US" sz="1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and validation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Live demo flow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Type an audit request in the Streamlit app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Watch the agent trace (plan, rules, checks)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See Critic dismiss false positives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Review risk-ranked results and download the report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29000"/>
            <a:ext cx="4023360" cy="10972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330 claims, 55 planted violations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Executor: 70 flags (15 false positives)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Critic: 55 confirmed, 15 dismissed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23 escalated, 32 flagged for review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754880" y="1143000"/>
          <a:ext cx="4023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Limitations and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4023360" cy="24688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Synthetic data, so scores are optimistic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Rule-based logic, no LLM yet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Policy is a small JSON 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Critic needs invoice and approval fields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43000"/>
            <a:ext cx="402336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600200"/>
            <a:ext cx="4023360" cy="24688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Local LLM (Ollama) for planning and explanations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RAG over the real policy document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Receipt OCR and ML anomaly detection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Human-in-the-loop approvals, ERP integration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Tech: Python, pandas, Streamlit. No paid APIs.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ditFlow">
  <a:themeElements>
    <a:clrScheme name="AuditFlow">
      <a:dk1>
        <a:srgbClr val="1E293B"/>
      </a:dk1>
      <a:lt1>
        <a:srgbClr val="FFFFFF"/>
      </a:lt1>
      <a:dk2>
        <a:srgbClr val="1F2A44"/>
      </a:dk2>
      <a:lt2>
        <a:srgbClr val="F3F6FA"/>
      </a:lt2>
      <a:accent1>
        <a:srgbClr val="0F9D8A"/>
      </a:accent1>
      <a:accent2>
        <a:srgbClr val="F2A541"/>
      </a:accent2>
      <a:accent3>
        <a:srgbClr val="E5484D"/>
      </a:accent3>
      <a:accent4>
        <a:srgbClr val="3B6FD4"/>
      </a:accent4>
      <a:accent5>
        <a:srgbClr val="7C5CBF"/>
      </a:accent5>
      <a:accent6>
        <a:srgbClr val="64748B"/>
      </a:accent6>
      <a:hlink>
        <a:srgbClr val="3B6FD4"/>
      </a:hlink>
      <a:folHlink>
        <a:srgbClr val="7C5CBF"/>
      </a:folHlink>
    </a:clrScheme>
    <a:fontScheme name="AuditFlo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</Words>
  <Application>Microsoft Office PowerPoint</Application>
  <PresentationFormat>On-screen Show (16:9)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AuditFlow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 Bhapkar</cp:lastModifiedBy>
  <cp:revision>2</cp:revision>
  <dcterms:created xsi:type="dcterms:W3CDTF">2026-10-19T13:44:44Z</dcterms:created>
  <dcterms:modified xsi:type="dcterms:W3CDTF">2026-10-19T13:48:46Z</dcterms:modified>
</cp:coreProperties>
</file>